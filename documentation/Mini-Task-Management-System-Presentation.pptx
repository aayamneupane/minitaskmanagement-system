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8d0a71f69d432b" /><Relationship Type="http://schemas.openxmlformats.org/officeDocument/2006/relationships/extended-properties" Target="/docProps/app.xml" Id="Rd60d0e236da54716" /><Relationship Type="http://schemas.openxmlformats.org/officeDocument/2006/relationships/officeDocument" Target="/ppt/presentation.xml" Id="R9384250f5c494b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6c5b9865e44811"/>
  </p:sldMasterIdLst>
  <p:notesMasterIdLst>
    <p:notesMasterId xmlns:r="http://schemas.openxmlformats.org/officeDocument/2006/relationships" r:id="R60261fd8ca294cc6"/>
  </p:notesMasterIdLst>
  <p:sldIdLst>
    <p:sldId xmlns:r="http://schemas.openxmlformats.org/officeDocument/2006/relationships" id="256" r:id="Rbae31465bf764d7e"/>
    <p:sldId xmlns:r="http://schemas.openxmlformats.org/officeDocument/2006/relationships" id="257" r:id="R5b3527d17ead4213"/>
    <p:sldId xmlns:r="http://schemas.openxmlformats.org/officeDocument/2006/relationships" id="258" r:id="R2ab26c0b607e41a9"/>
    <p:sldId xmlns:r="http://schemas.openxmlformats.org/officeDocument/2006/relationships" id="259" r:id="R9061d56c5b244555"/>
    <p:sldId xmlns:r="http://schemas.openxmlformats.org/officeDocument/2006/relationships" id="260" r:id="R7a3dca987e464ad6"/>
    <p:sldId xmlns:r="http://schemas.openxmlformats.org/officeDocument/2006/relationships" id="261" r:id="Re9be21cb17f14316"/>
    <p:sldId xmlns:r="http://schemas.openxmlformats.org/officeDocument/2006/relationships" id="262" r:id="Re5149ed510364501"/>
    <p:sldId xmlns:r="http://schemas.openxmlformats.org/officeDocument/2006/relationships" id="263" r:id="Rde9933599c9e4b94"/>
    <p:sldId xmlns:r="http://schemas.openxmlformats.org/officeDocument/2006/relationships" id="264" r:id="R1aeaed533c8f4669"/>
    <p:sldId xmlns:r="http://schemas.openxmlformats.org/officeDocument/2006/relationships" id="265" r:id="Rd8ab4aa62d0b4d7c"/>
    <p:sldId xmlns:r="http://schemas.openxmlformats.org/officeDocument/2006/relationships" id="266" r:id="Rc3c940acadf1499e"/>
    <p:sldId xmlns:r="http://schemas.openxmlformats.org/officeDocument/2006/relationships" id="267" r:id="R65cd9890568b4d98"/>
    <p:sldId xmlns:r="http://schemas.openxmlformats.org/officeDocument/2006/relationships" id="268" r:id="Rb5b71e1b3b924d03"/>
    <p:sldId xmlns:r="http://schemas.openxmlformats.org/officeDocument/2006/relationships" id="269" r:id="Rfd202f8998f44923"/>
    <p:sldId xmlns:r="http://schemas.openxmlformats.org/officeDocument/2006/relationships" id="270" r:id="R454bb314c1f34924"/>
    <p:sldId xmlns:r="http://schemas.openxmlformats.org/officeDocument/2006/relationships" id="271" r:id="R974be41c78be47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c712ef67464a5e" /><Relationship Type="http://schemas.openxmlformats.org/officeDocument/2006/relationships/slideMaster" Target="/ppt/slideMasters/slideMaster1.xml" Id="R9b6c5b9865e44811" /><Relationship Type="http://schemas.openxmlformats.org/officeDocument/2006/relationships/notesMaster" Target="/ppt/notesMasters/notesMaster1.xml" Id="R60261fd8ca294cc6" /><Relationship Type="http://schemas.openxmlformats.org/officeDocument/2006/relationships/presProps" Target="/ppt/presProps.xml" Id="R8340f600b354471d" /><Relationship Type="http://schemas.openxmlformats.org/officeDocument/2006/relationships/tableStyles" Target="/ppt/tableStyles.xml" Id="Re58bc9355f124995" /><Relationship Type="http://schemas.openxmlformats.org/officeDocument/2006/relationships/slide" Target="/ppt/slides/slide1.xml" Id="Rbae31465bf764d7e" /><Relationship Type="http://schemas.openxmlformats.org/officeDocument/2006/relationships/slide" Target="/ppt/slides/slide2.xml" Id="R5b3527d17ead4213" /><Relationship Type="http://schemas.openxmlformats.org/officeDocument/2006/relationships/slide" Target="/ppt/slides/slide3.xml" Id="R2ab26c0b607e41a9" /><Relationship Type="http://schemas.openxmlformats.org/officeDocument/2006/relationships/slide" Target="/ppt/slides/slide4.xml" Id="R9061d56c5b244555" /><Relationship Type="http://schemas.openxmlformats.org/officeDocument/2006/relationships/slide" Target="/ppt/slides/slide5.xml" Id="R7a3dca987e464ad6" /><Relationship Type="http://schemas.openxmlformats.org/officeDocument/2006/relationships/slide" Target="/ppt/slides/slide6.xml" Id="Re9be21cb17f14316" /><Relationship Type="http://schemas.openxmlformats.org/officeDocument/2006/relationships/slide" Target="/ppt/slides/slide7.xml" Id="Re5149ed510364501" /><Relationship Type="http://schemas.openxmlformats.org/officeDocument/2006/relationships/slide" Target="/ppt/slides/slide8.xml" Id="Rde9933599c9e4b94" /><Relationship Type="http://schemas.openxmlformats.org/officeDocument/2006/relationships/slide" Target="/ppt/slides/slide9.xml" Id="R1aeaed533c8f4669" /><Relationship Type="http://schemas.openxmlformats.org/officeDocument/2006/relationships/slide" Target="/ppt/slides/slide10.xml" Id="Rd8ab4aa62d0b4d7c" /><Relationship Type="http://schemas.openxmlformats.org/officeDocument/2006/relationships/slide" Target="/ppt/slides/slide11.xml" Id="Rc3c940acadf1499e" /><Relationship Type="http://schemas.openxmlformats.org/officeDocument/2006/relationships/slide" Target="/ppt/slides/slide12.xml" Id="R65cd9890568b4d98" /><Relationship Type="http://schemas.openxmlformats.org/officeDocument/2006/relationships/slide" Target="/ppt/slides/slide13.xml" Id="Rb5b71e1b3b924d03" /><Relationship Type="http://schemas.openxmlformats.org/officeDocument/2006/relationships/slide" Target="/ppt/slides/slide14.xml" Id="Rfd202f8998f44923" /><Relationship Type="http://schemas.openxmlformats.org/officeDocument/2006/relationships/slide" Target="/ppt/slides/slide15.xml" Id="R454bb314c1f34924" /><Relationship Type="http://schemas.openxmlformats.org/officeDocument/2006/relationships/slide" Target="/ppt/slides/slide16.xml" Id="R974be41c78be47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9cc6d9aa5d44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7581e3ecf04953" /><Relationship Type="http://schemas.openxmlformats.org/officeDocument/2006/relationships/notesMaster" Target="/ppt/notesMasters/notesMaster1.xml" Id="R7f00d579b2b84f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887e9c09b64a02" /><Relationship Type="http://schemas.openxmlformats.org/officeDocument/2006/relationships/notesMaster" Target="/ppt/notesMasters/notesMaster1.xml" Id="Re071433019374a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fd424df69c4b21" /><Relationship Type="http://schemas.openxmlformats.org/officeDocument/2006/relationships/notesMaster" Target="/ppt/notesMasters/notesMaster1.xml" Id="R6a442586bf0448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c053472bfb4c43" /><Relationship Type="http://schemas.openxmlformats.org/officeDocument/2006/relationships/notesMaster" Target="/ppt/notesMasters/notesMaster1.xml" Id="Rd1add6b80f7345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7f4216e4d048f3" /><Relationship Type="http://schemas.openxmlformats.org/officeDocument/2006/relationships/notesMaster" Target="/ppt/notesMasters/notesMaster1.xml" Id="R95b2cbb7c73049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0eb72ba1e74f85" /><Relationship Type="http://schemas.openxmlformats.org/officeDocument/2006/relationships/notesMaster" Target="/ppt/notesMasters/notesMaster1.xml" Id="R66e91836e32549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98da2ca1724a5f" /><Relationship Type="http://schemas.openxmlformats.org/officeDocument/2006/relationships/notesMaster" Target="/ppt/notesMasters/notesMaster1.xml" Id="Re77503d8b55c4b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f95a31f5c94968" /><Relationship Type="http://schemas.openxmlformats.org/officeDocument/2006/relationships/notesMaster" Target="/ppt/notesMasters/notesMaster1.xml" Id="R7611af6fcd3742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0af1a24a804dad" /><Relationship Type="http://schemas.openxmlformats.org/officeDocument/2006/relationships/notesMaster" Target="/ppt/notesMasters/notesMaster1.xml" Id="R5c9b18103a644d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d88734867a4cda" /><Relationship Type="http://schemas.openxmlformats.org/officeDocument/2006/relationships/notesMaster" Target="/ppt/notesMasters/notesMaster1.xml" Id="Rc04db8ed79844b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5ceb40de614f5b" /><Relationship Type="http://schemas.openxmlformats.org/officeDocument/2006/relationships/notesMaster" Target="/ppt/notesMasters/notesMaster1.xml" Id="Rb9e869915d5647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6e02b28450436c" /><Relationship Type="http://schemas.openxmlformats.org/officeDocument/2006/relationships/notesMaster" Target="/ppt/notesMasters/notesMaster1.xml" Id="R0dbbb56cdb2c423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1ce6ac220a04579" /><Relationship Type="http://schemas.openxmlformats.org/officeDocument/2006/relationships/notesMaster" Target="/ppt/notesMasters/notesMaster1.xml" Id="R982b9cfcb25d4af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b0d6e34e134bc8" /><Relationship Type="http://schemas.openxmlformats.org/officeDocument/2006/relationships/notesMaster" Target="/ppt/notesMasters/notesMaster1.xml" Id="Rd6e8672711e440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2003e2adcf4104" /><Relationship Type="http://schemas.openxmlformats.org/officeDocument/2006/relationships/notesMaster" Target="/ppt/notesMasters/notesMaster1.xml" Id="Rf127bcb715aa461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b0c0886542345b2" /><Relationship Type="http://schemas.openxmlformats.org/officeDocument/2006/relationships/notesMaster" Target="/ppt/notesMasters/notesMaster1.xml" Id="Re3029100ac4548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e993948344f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cda30997ef4675" /><Relationship Type="http://schemas.openxmlformats.org/officeDocument/2006/relationships/slideLayout" Target="/ppt/slideLayouts/slideLayout1.xml" Id="Ra87c4cbc782a45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c4cbc782a45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ff335a1d14a71" /><Relationship Type="http://schemas.openxmlformats.org/officeDocument/2006/relationships/notesSlide" Target="/ppt/notesSlides/notesSlide1.xml" Id="Re8e37af7deeb48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7fa7f0cbc43b7" /><Relationship Type="http://schemas.openxmlformats.org/officeDocument/2006/relationships/notesSlide" Target="/ppt/notesSlides/notesSlide2.xml" Id="Rbe4af5a66c3343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138c1729d49b9" /><Relationship Type="http://schemas.openxmlformats.org/officeDocument/2006/relationships/notesSlide" Target="/ppt/notesSlides/notesSlide3.xml" Id="Rc808e8bab6ba4e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67017c1fb4554" /><Relationship Type="http://schemas.openxmlformats.org/officeDocument/2006/relationships/notesSlide" Target="/ppt/notesSlides/notesSlide4.xml" Id="R27130aaa3e9845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dcafcc4b3436f" /><Relationship Type="http://schemas.openxmlformats.org/officeDocument/2006/relationships/notesSlide" Target="/ppt/notesSlides/notesSlide5.xml" Id="R0e153434122248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fc6ad574a4d33" /><Relationship Type="http://schemas.openxmlformats.org/officeDocument/2006/relationships/image" Target="/ppt/media/image.png" Id="R9d432a22bf7d4456" /><Relationship Type="http://schemas.openxmlformats.org/officeDocument/2006/relationships/notesSlide" Target="/ppt/notesSlides/notesSlide6.xml" Id="R8a8c4f9003094e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1e63d21e44d55" /><Relationship Type="http://schemas.openxmlformats.org/officeDocument/2006/relationships/notesSlide" Target="/ppt/notesSlides/notesSlide7.xml" Id="R3c22677e42c34f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6260a26974cf0" /><Relationship Type="http://schemas.openxmlformats.org/officeDocument/2006/relationships/notesSlide" Target="/ppt/notesSlides/notesSlide8.xml" Id="Rd88c4a76966b46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b47d529204531" /><Relationship Type="http://schemas.openxmlformats.org/officeDocument/2006/relationships/notesSlide" Target="/ppt/notesSlides/notesSlide9.xml" Id="R7570cfbd5f1544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d66646a9942f6" /><Relationship Type="http://schemas.openxmlformats.org/officeDocument/2006/relationships/notesSlide" Target="/ppt/notesSlides/notesSlide10.xml" Id="Rf2f7b1fef89a42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b5098b40f47fb" /><Relationship Type="http://schemas.openxmlformats.org/officeDocument/2006/relationships/notesSlide" Target="/ppt/notesSlides/notesSlide11.xml" Id="R50a0175cd43d4f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26aac60d04cdf" /><Relationship Type="http://schemas.openxmlformats.org/officeDocument/2006/relationships/notesSlide" Target="/ppt/notesSlides/notesSlide12.xml" Id="R1864ee5c828141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426c2fee9443f" /><Relationship Type="http://schemas.openxmlformats.org/officeDocument/2006/relationships/notesSlide" Target="/ppt/notesSlides/notesSlide13.xml" Id="R20a0dd9ff12b430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9de97580a44e5" /><Relationship Type="http://schemas.openxmlformats.org/officeDocument/2006/relationships/notesSlide" Target="/ppt/notesSlides/notesSlide14.xml" Id="Rc8b6f00cf8bf495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96cc3dd784518" /><Relationship Type="http://schemas.openxmlformats.org/officeDocument/2006/relationships/notesSlide" Target="/ppt/notesSlides/notesSlide15.xml" Id="R054483b38eb14d5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5d13bb94c486e" /><Relationship Type="http://schemas.openxmlformats.org/officeDocument/2006/relationships/notesSlide" Target="/ppt/notesSlides/notesSlide16.xml" Id="Rae58f8288baa45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2BB1C-A8AA-4FEF-A95E-1A2FD4BC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PROJECT PRESENTATION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2C365D-8A9B-4D31-87A3-476071CE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857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 Task</a:t>
            </a:r>
          </a:p>
          <a:p xmlns:a="http://schemas.openxmlformats.org/drawingml/2006/main">
            <a:pPr algn="l">
              <a:defRPr sz="4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Management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96EAA5-4FD2-4AE2-BA53-6D6F9430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A role-aware web application for creating, assigning, tracking, and completing team tickets.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33B15-8F84-4D85-A0BA-80E60BF8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71500"/>
            <a:ext cx="1809750" cy="53340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92599-4E00-434A-AC3A-B495F16E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095375"/>
            <a:ext cx="857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6E29A-AD53-4BF7-94FD-D3CF68F6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25730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0977502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68838-E061-4CF2-BBC3-C9E2074F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system turns scattered tasks into a visible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AD58A-9BB4-4B91-85FF-B8C20A67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2B903-55B9-43B0-9F5F-8634B77B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3429000" cy="37147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7BA23-F5B2-4697-8749-D8E872DA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204E4-2CC7-42A6-A65A-0CD83F11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30480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Teams need a simple way to capture work, assign ownership, understand urgency, and see progress without the complexity of a full enterprise tool.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7C341-037E-4710-AA25-E61E8A12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43250"/>
            <a:ext cx="81915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37B7B-042D-496E-89C4-88EDC702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14500"/>
            <a:ext cx="63817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0F08A-921F-4E34-8374-1F743AC8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859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The solution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4846E-52EF-495F-85AF-C47264AC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66950"/>
            <a:ext cx="600075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MiniTask provides registration and login, role-based ticket management, searchable ticket lists, detailed ticket views, assignment emails, and a graphical dashboard — all in one lightweight application.</a:t>
            </a:r>
          </a:p>
        </p:txBody>
      </p:sp>
    </p:spTree>
    <p:extLst>
      <p:ext uri="{BB962C8B-B14F-4D97-AF65-F5344CB8AC3E}">
        <p14:creationId xmlns:p14="http://schemas.microsoft.com/office/powerpoint/2010/main" val="9717409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B9BF6E-ACE8-43DB-848E-F9CCEB50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delivered scope covers the complete project requirement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055C7-338F-4E51-8E05-D980EAC6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009F3-EC0A-4C26-9F7C-524F5434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6C02C-32DA-43DB-ADC5-1DF926F8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05843-91D9-4095-B1A0-0617D249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907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12ED0-B6EF-4999-AC46-22B7E15C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90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Registration, login, Admin/User roles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10BD8-1636-465F-AC74-A71144CE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11391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32631-5A0B-44A8-94A2-087D70CD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77FAC-ECA5-4952-9F28-67957D54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384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Ticket lifecycle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4369D0-ED79-48F2-AA7A-E865D08C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Create, view, details, update, delete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F443E-07B4-4FF2-ACAF-1F4CDEE5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11391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77C458-6EA0-42D0-BA06-F93B8004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4927E-CFED-4052-A292-A6518099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861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Work controls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5D346-00BE-4C7A-8419-7A44894D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Assignment, priority, status, due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1FFD1-4503-4F5E-8686-D4905144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62350"/>
            <a:ext cx="11391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1D48D1-E456-47B1-93A0-03B6752F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F2A320-CCB8-43A5-B91E-C5782914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338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Discovery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534EF-4CBB-4994-932D-B4675EFE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338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Search by title and filter by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0D3D40-5AF4-4AF9-81B9-3E1B68A2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0050"/>
            <a:ext cx="11391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BCAC0-6326-413C-8E94-ADE6E21C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00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C9E940-3FA6-4D43-9294-2C628B31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Notification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C049D1-79D7-414A-BE8F-F2F1C2B3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815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Real Gmail message when a ticket is assigned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1632A1-E977-4DB3-A2AD-87A03D9E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11391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17212F-70D9-43EF-AC91-4A4C1EF8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43707-AB7E-498A-A79D-6F679A07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Reporting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B6B557-5CD0-4A4A-85C3-7620E705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292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Counts and charts by status and priority</a:t>
            </a:r>
          </a:p>
        </p:txBody>
      </p:sp>
    </p:spTree>
    <p:extLst>
      <p:ext uri="{BB962C8B-B14F-4D97-AF65-F5344CB8AC3E}">
        <p14:creationId xmlns:p14="http://schemas.microsoft.com/office/powerpoint/2010/main" val="12778316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EE464A-0D7B-40CB-A632-503AE54B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roles keep ownership simple and predictable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B04CF-1069-4425-85C5-AA7DE73E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C7522-5027-4F2D-B212-C469B876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ADMIN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ABE4A-F9EC-4968-843D-735EF8D9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0123A-0B38-4BE8-A380-3968B39B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3336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View and search every ticket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AB605-76DA-403D-9755-10C0F27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05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A4786-A6B0-4F32-86DC-38677183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4797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Create tickets and assign any valid 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43A93-53E2-4F35-A478-4F1272B4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F901DE-BA13-4AA1-B5EA-2C628D93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3623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Edit ticket details and delete tickets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D5BD6E-0EF1-4AB0-9538-8C87B75F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33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71C7EB-09DB-4DBA-A7EC-D9142B5A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87667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Move tickets through the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ACCBB-95DC-486C-A855-CEDBDF42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48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9B50D-9E74-4DEF-A806-A22671F5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3910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View users and delete regular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0E78F-86E3-4AE5-BC61-4F157B99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62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1B9DC-55B8-40CA-A348-70E8EE74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90537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Cannot delete self or another admin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E4047C-A7EE-4DA2-B907-13A1BBE3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428750"/>
            <a:ext cx="19050" cy="447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580CA1-E733-4026-95A4-14C0E465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21568-53A9-4105-898B-C6644F27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1A5DAC-8EB5-4C32-86BE-5D50EC18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336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View and search assigned tickets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44AD0-3C0A-4B58-A9CA-3D7483AD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8C98AA-130E-4DE5-AF0A-B5D8E8A9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4797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Create tickets assigned to self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FF7E2E-3BAB-44C9-8BD3-253540DB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D8E23C-6345-4A6C-8F1C-6994CE5F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623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Open a ticket to view full details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CEC454-4852-4F29-91D7-2F010475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33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9D3CCE-6894-4F3A-9020-C8683919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87667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Move Open to In Progress to Complete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C4BA6D-54B8-4D22-A955-089EE30A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48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E4E934-8907-4573-AEE4-C506D51E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9102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Cannot edit or delete ticket records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4705DA-7CDA-4E41-9947-0A8172FA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62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1FF65B-252F-4D1D-ACB8-9A903356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905375"/>
            <a:ext cx="4524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Cannot access the team-user directory</a:t>
            </a:r>
          </a:p>
        </p:txBody>
      </p:sp>
    </p:spTree>
    <p:extLst>
      <p:ext uri="{BB962C8B-B14F-4D97-AF65-F5344CB8AC3E}">
        <p14:creationId xmlns:p14="http://schemas.microsoft.com/office/powerpoint/2010/main" val="20268370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4BAF77-4F26-4F62-AE74-D6668D13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Requests move through a clear five-layer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13A32-F4CB-45EE-A627-EE765A4E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25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The same flow supports CRUD operations, dashboard counts, and assignment email.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E713D-26EA-4C4C-B9DE-3E6F2835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AAE65-A139-4727-9E57-8B63063F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527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99496-2872-4C18-B107-5430F323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9527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0650C9-AB6C-4972-ACE4-4293D9A2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527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A2651-B73E-41C2-A616-1DF68CF6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527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959E2-B009-43D2-BE19-8F45BDD0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38650"/>
            <a:ext cx="304800" cy="4000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674C8-A81D-4C95-AC07-CE241261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43500"/>
            <a:ext cx="35242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2A892-C74A-4023-8EF2-5A77B15C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43500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7DEE6-D254-4D9A-8820-5C3E6B2E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485900" cy="19050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9C41D-D7CC-419E-9919-E390BFD3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62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C174D7-25B8-4EC2-A0FB-D9275CFA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104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Admin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696E4-525C-4102-A658-261E1F08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952625"/>
            <a:ext cx="1676400" cy="238125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46CDCE-28A5-4731-9198-9F72205D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24075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React 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EB6312-D1F0-46D7-B3D1-A2C34882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05075"/>
            <a:ext cx="1295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Routes + pages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localStorage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Axios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localhost:5173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43C411-8FA1-4166-BF14-65CBB8FA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09750"/>
            <a:ext cx="1695450" cy="266700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355D42-702B-498F-85F0-62867406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REST API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7EBA4-036D-4A99-B689-1AA18F96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13144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Spring MVC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Controllers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X-User-Id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localhost:8080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0D8AD-63B9-4C0E-919D-EB0B84D6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09750"/>
            <a:ext cx="1676400" cy="26670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3E5D4B-03D4-4D9D-8BA1-C4C1793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812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76EC8F-3068-4E4F-9ECA-56591C5C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62200"/>
            <a:ext cx="12954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Business rules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Role checks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Status flow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Email trigger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658925-EEDD-4CCA-8F89-38EEAA85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52625"/>
            <a:ext cx="1676400" cy="238125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CD8A8F-65E4-43CA-9BEE-17B369E8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24075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Persistence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9E3960-B0D7-484A-94C1-4A13162E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05075"/>
            <a:ext cx="1295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Repositories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JPA/Hibernate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JDBC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3288E0-9BB4-4B24-9AEF-D8578205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190750"/>
            <a:ext cx="1104900" cy="19050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3D9D6E-C603-4601-B69E-89D2A4C6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362200"/>
            <a:ext cx="72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MySQL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5B4674-8DF6-4F68-98D9-537A9BE5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743200"/>
            <a:ext cx="723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tickets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FC20F3-7E83-4E4C-B393-35C58B83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810125"/>
            <a:ext cx="1428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50485A-A5ED-4136-B95A-DDA8B822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9815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3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Email service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BE6CF4-17E4-477D-858D-2FD6AD7D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362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8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JavaMailSender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917F13-1A87-4FFE-BCD9-7AD9B1EA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810125"/>
            <a:ext cx="10287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DF2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E6A66F-DE81-4E9B-B201-314CA67E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9815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Gmail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FF1CD2-5234-43FB-A45C-AE363CD5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62575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82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SMTP/TLS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F52A6D-1DD0-4BF6-8F84-DC58892E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810125"/>
            <a:ext cx="11049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4ACE42-D188-4AC5-A128-2C47FAB7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981575"/>
            <a:ext cx="72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Inbox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13920E-37F6-4704-9746-28558943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5362575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30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Assigned user</a:t>
            </a:r>
          </a:p>
        </p:txBody>
      </p:sp>
    </p:spTree>
    <p:extLst>
      <p:ext uri="{BB962C8B-B14F-4D97-AF65-F5344CB8AC3E}">
        <p14:creationId xmlns:p14="http://schemas.microsoft.com/office/powerpoint/2010/main" val="4847665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EEB3B3-1656-480E-B2FC-056F5723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ClickUp-inspired React interface keeps every action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0C513-2CD0-48CF-A627-91A77187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432a22bf7d4456"/>
          <a:stretch xmlns:a="http://schemas.openxmlformats.org/drawingml/2006/main"/>
        </p:blipFill>
        <p:spPr>
          <a:xfrm xmlns:a="http://schemas.openxmlformats.org/drawingml/2006/main">
            <a:off x="400050" y="1490329"/>
            <a:ext cx="7239000" cy="440121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AC41A-10CB-47C1-A1AB-728864DD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23046-5644-4FB9-A212-17CC0C89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66875"/>
            <a:ext cx="319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Protected routes after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8AD3B-B467-46BB-B67E-243901E4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CBC0F-9FE6-4835-A03D-AC31CE18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14575"/>
            <a:ext cx="319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Sidebar navigation and responsive layout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32ACB-D2CF-4067-A6E1-FC7AD31C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19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F8DB2-0B9A-4BA8-B777-8B606A3E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962275"/>
            <a:ext cx="319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Ticket list, details, create and edit pages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9AB7D5-60AE-4034-9E47-F55AAA6C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DD4251-C30A-4F40-A5AF-2EDC5681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09975"/>
            <a:ext cx="319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Status and priority badges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7CB58-8E56-421E-902F-03CBDE97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14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95BF8-CB01-4727-B117-168564F6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57675"/>
            <a:ext cx="319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Admin-only Users page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F7CE6-5A81-4E22-AEA3-8D795C44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D36CF-758E-44B0-AD50-BB449F0B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05375"/>
            <a:ext cx="319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Axios integrates every page with the API</a:t>
            </a:r>
          </a:p>
        </p:txBody>
      </p:sp>
    </p:spTree>
    <p:extLst>
      <p:ext uri="{BB962C8B-B14F-4D97-AF65-F5344CB8AC3E}">
        <p14:creationId xmlns:p14="http://schemas.microsoft.com/office/powerpoint/2010/main" val="4977935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D4100B-85B2-4B7F-890D-EE30CCA5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Spring backend separates transport, rules, and persistence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AD318-A396-4A52-AAA7-CF7AF1B5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3ECCF-D4B2-45ED-849E-B09C7189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340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E41A2-4C78-4C03-A64B-A150A892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Controllers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567A2-28B2-49E9-AAA5-7718510A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71700"/>
            <a:ext cx="4953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UserController, TicketController, and DashboardController expose JSON endpoints and translate HTTP inputs into service calls.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F9FC8-CDA3-4275-92BA-CCF6910A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57150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3892E-42A6-47FE-9B3B-D962E9B7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907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D07F2-1C00-4B20-8BF6-5E0872DD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71700"/>
            <a:ext cx="5334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UserService, TicketService, and EmailService enforce roles, assignment rules, status transitions, duplicate-email checks, and notification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C9AA2-BB2F-4EA9-BBDB-A4BE9306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3340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A100C-CA82-4E1E-AF3E-9AD4A03C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862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Repositories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7154D-90CD-4F40-A798-F05DAF60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4953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UserRepository and TicketRepository extend JpaRepository and add email, assignee, title-search, status, and priority queries.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4BDAF-01EC-41DB-B0FD-2BF6D47A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14750"/>
            <a:ext cx="5715000" cy="1666875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C4B90-40C4-4961-B33E-25D80B05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862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Entities and 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91F4D-3654-4D63-939F-33147D38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67200"/>
            <a:ext cx="5334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 and Ticket entities map Java fields to MySQL tables. Hibernate generates SQL and maintains the schema in update mode.</a:t>
            </a:r>
          </a:p>
        </p:txBody>
      </p:sp>
    </p:spTree>
    <p:extLst>
      <p:ext uri="{BB962C8B-B14F-4D97-AF65-F5344CB8AC3E}">
        <p14:creationId xmlns:p14="http://schemas.microsoft.com/office/powerpoint/2010/main" val="6792085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C1C9B-23FA-4860-87CD-0DF0AC89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two-table model is enough for the one-week project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2BDAF-9F18-4F50-A463-392D7182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42606-7B75-4967-B481-785EEE67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66875"/>
            <a:ext cx="438150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8B134-21A6-46E4-9B34-621EC3B0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383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users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A4E9-1ACE-4470-A933-95163A0C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40005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id — Long, primary key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name — String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email — String, login/search key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password — String, write-only in JSON responses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role — ADMIN or USER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10B24-3AF5-4D20-B8CC-1C8565A1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95625"/>
            <a:ext cx="11430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A74CC-CBC9-4C7F-8708-EDE60504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6712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assignedUserId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33442-EFA2-4B91-927F-21D3D132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76250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0CE18-A21E-484C-9045-2502CD4B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38325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tickets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645536-4852-480D-8BEC-74FF9AD7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19325"/>
            <a:ext cx="43815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id — Long, primary key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title — String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description — String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priority — Low / Medium / High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status — Open / In Progress / Complete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dueDate — LocalDate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assignedUserId — Long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48D96-2F65-42A5-BE71-F882CE4A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6737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The relationship is stored as an assignee ID rather than a JPA entity association.</a:t>
            </a:r>
          </a:p>
        </p:txBody>
      </p:sp>
    </p:spTree>
    <p:extLst>
      <p:ext uri="{BB962C8B-B14F-4D97-AF65-F5344CB8AC3E}">
        <p14:creationId xmlns:p14="http://schemas.microsoft.com/office/powerpoint/2010/main" val="17251065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632A3-1CA2-44B7-A6A6-3BE22179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ticket follows one controlled progress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400A3-42E5-4D8A-BF9C-DF79A069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98072-FDC6-477A-B839-A18228D2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57500"/>
            <a:ext cx="133350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2345A-10E6-49B3-A96D-B1A57E84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133350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16F04-B751-4BD1-9BCE-323F2377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667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9013A-95EA-43AD-B78A-E672FD24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0B69C-692A-4700-8354-7A2D2698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286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Created state.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The assigned user can select Start Ticket.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78AEC-6780-45A5-B821-2331F62E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EEC51-4B30-44CA-983D-23A0DAF4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91226-18E0-449D-B90A-7F11CCF4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47950"/>
            <a:ext cx="2476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Active work state.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The assigned user can select Mark Complete.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76128-CA4F-4FD3-8254-39EDEB6B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667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E34E6-C0CC-438A-B7CC-1E9E966B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275FD-0210-4B6C-A311-40CC66AD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47950"/>
            <a:ext cx="2286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Finished state.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Displayed in green across list, details, and dashboard.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A89C73-6815-4F52-A18F-F36C30AC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5775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3A"/>
                </a:solidFill>
                <a:latin typeface="Arial"/>
                <a:ea typeface="Arial"/>
                <a:cs typeface="Arial"/>
              </a:rPr>
              <a:t>Only admins and the assigned user may advance a ticket. Users cannot use full edit or delete operations.</a:t>
            </a:r>
          </a:p>
        </p:txBody>
      </p:sp>
    </p:spTree>
    <p:extLst>
      <p:ext uri="{BB962C8B-B14F-4D97-AF65-F5344CB8AC3E}">
        <p14:creationId xmlns:p14="http://schemas.microsoft.com/office/powerpoint/2010/main" val="17033890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206BA-E524-4179-A73A-1C905F20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REST endpoints map directly to the user journeys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110EDA-FEEF-4A02-B22C-6038EA5E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26E06-8210-4035-8DAA-B9F0B1AA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3619500" cy="4476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D90FB-08A6-4AA1-9D52-3CB7C79B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52575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Users /api/users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316E5-88D6-4C8C-BE10-4FAADBCF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33575"/>
            <a:ext cx="3238500" cy="3752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POST  /register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POST  /login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GET   /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DELETE /{id}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Admin ID is supplied in the X-User-Id header for protected operations.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7791B-02A5-4F01-899F-6C49B7DE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71783-6C2E-46A7-A264-EE7DA35B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525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Tickets /api/tickets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424D0-54F4-469B-A4C6-9AC78FB3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33575"/>
            <a:ext cx="4095750" cy="3752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POST   /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GET    /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GET    /{id}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PUT    /{id}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PATCH  /{id}/status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DELETE /{id}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GET    /search?title=...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D0C12-103F-4A8E-97B3-9C543254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381125"/>
            <a:ext cx="2762250" cy="44767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02654-3A76-46F0-AB39-03DBB535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552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00C6C-2779-4A7A-AFED-2FDC6FCD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33575"/>
            <a:ext cx="2381250" cy="3752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GET /api/dashboard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Returns total tickets plus counts by status and priority for cards and charts.</a:t>
            </a:r>
          </a:p>
        </p:txBody>
      </p:sp>
    </p:spTree>
    <p:extLst>
      <p:ext uri="{BB962C8B-B14F-4D97-AF65-F5344CB8AC3E}">
        <p14:creationId xmlns:p14="http://schemas.microsoft.com/office/powerpoint/2010/main" val="10589902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CF75F-B7C0-4158-B711-9AF621F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Assignment email is triggered after a ticket is saved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76C93A-C6CB-4B6F-B8F2-EF416844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CD424-CCCA-4A74-8065-9B1D7537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09875"/>
            <a:ext cx="7429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1B488-4748-4211-B97F-3DE0FBC0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09875"/>
            <a:ext cx="7429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473C7-FBB1-45BF-AE29-40CDDA31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9875"/>
            <a:ext cx="7429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5A84E-0551-42F5-ABA9-045135D7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2076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352FF-2E38-4A94-8DC1-F142A65E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69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1. Save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4083C-21A7-4B0A-B90B-ACAE61B5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6954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TicketService validates actor, assignee, and status, then stores the record.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D5C056-15BC-4058-AF27-54F80A08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95500"/>
            <a:ext cx="22574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6B3D6-89C1-4241-A683-419A36D1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1876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2. Find assignee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4F14A-5D73-4A90-82C4-1E091D71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47950"/>
            <a:ext cx="1876425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UserRepository loads the assigned user's email address.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CA78F-1400-4A86-8798-3B75B84A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095500"/>
            <a:ext cx="22574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47FCC5-3D9F-4376-9729-E0DCBB44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66950"/>
            <a:ext cx="1876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3. Send message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FA780-7CEA-4B33-BAEF-4B8EB25B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647950"/>
            <a:ext cx="1876425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EmailService builds a SimpleMailMessage through JavaMailSender.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59E9C-D0A7-4601-8A4C-5ADEAD5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95500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DDD0F-44FD-4A72-8F87-8F3EA2E7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669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4. Deliver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35055-8F28-457B-91DF-B70F0CDA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47950"/>
            <a:ext cx="20002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Gmail SMTP sends a real notification to the assigned user's inbox.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C5210-19E2-4727-B70F-F2BCF147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0125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F6F86"/>
                </a:solidFill>
                <a:latin typeface="Arial"/>
                <a:ea typeface="Arial"/>
                <a:cs typeface="Arial"/>
              </a:rPr>
              <a:t>Email errors are caught so ticket creation can still complete during an SMTP outage.</a:t>
            </a:r>
          </a:p>
        </p:txBody>
      </p:sp>
    </p:spTree>
    <p:extLst>
      <p:ext uri="{BB962C8B-B14F-4D97-AF65-F5344CB8AC3E}">
        <p14:creationId xmlns:p14="http://schemas.microsoft.com/office/powerpoint/2010/main" val="911764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AF59F-05BF-4ABB-99CC-F452099C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dashboard converts repository counts into immediate visibility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0497F-D02A-4BAF-8807-DCF7B748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3DA2D9-2C84-49D5-8677-CD979B0D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3238500" cy="38100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2D86F-4423-4681-AC59-EE6E92F0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Summary cards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1C559-B200-44E6-B2ED-AD1256FB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2857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Total Tickets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Open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In Progress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3092C-8630-48DD-8FB6-C7FBCC8E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24000"/>
            <a:ext cx="3238500" cy="38100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53998-9623-430E-86EA-539173E9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95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Status chart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EAC36-3343-48C2-82AD-8778AC12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2857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Chart type: Doughnut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Shows the current distribution across Open, In Progress, and Complete.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4714FF-50E4-4FD2-BB4E-AE93CB3C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524000"/>
            <a:ext cx="3238500" cy="38100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51377-96C0-493A-A7A2-861D8E0D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95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Priority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47613-1EDA-4225-A947-1A84B7D1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76450"/>
            <a:ext cx="285750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Chart type: Bar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Compares Low, Medium, and High priority counts.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F554C-891E-47EC-9763-30F7D0CD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67375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All values are loaded live from GET /api/dashboard.</a:t>
            </a:r>
          </a:p>
        </p:txBody>
      </p:sp>
    </p:spTree>
    <p:extLst>
      <p:ext uri="{BB962C8B-B14F-4D97-AF65-F5344CB8AC3E}">
        <p14:creationId xmlns:p14="http://schemas.microsoft.com/office/powerpoint/2010/main" val="20938198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B2D30-46EE-4BCB-971A-421F9350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stack stays familiar, teachable, and easy to demonstrate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F7D24-7D29-4771-9105-4817C053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A0F93C-E0A4-4D5A-98F7-50BE9E6C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347662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77BB92-3EAD-4844-8026-2FB7BEA1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38325"/>
            <a:ext cx="3095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16067-C8E8-49A0-B0D4-71BE53E9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19325"/>
            <a:ext cx="3095625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React 19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HTML5 + CSS3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Bootstrap 5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React Router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Axios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Chart.js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Vite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CFF99D-174D-4607-BA9A-F17BF183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66875"/>
            <a:ext cx="3476625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8F5D8-CF27-46FE-9B54-70288E70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838325"/>
            <a:ext cx="3095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678B4-A11B-4E2B-9BD2-D9D475A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219325"/>
            <a:ext cx="3095625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Java 17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Spring Boot 4.1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Spring MVC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Spring Data JPA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Hibernate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Java Mail Sender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Maven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B5D7E-14FD-49D7-A6E0-33F1AD51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66875"/>
            <a:ext cx="34861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DF6BF-F265-4016-9029-08B81432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3832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Data and 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3C463-3A0D-4508-9A9C-8071A6DF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19325"/>
            <a:ext cx="31051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MySQL 8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MySQL Workbench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Postman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IntelliJ IDEA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Git + GitHub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Gmail SMTP</a:t>
            </a:r>
          </a:p>
        </p:txBody>
      </p:sp>
    </p:spTree>
    <p:extLst>
      <p:ext uri="{BB962C8B-B14F-4D97-AF65-F5344CB8AC3E}">
        <p14:creationId xmlns:p14="http://schemas.microsoft.com/office/powerpoint/2010/main" val="13084329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A566F-B66F-4844-9170-4F14C2C5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Testing covers the complete browser-to-database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57C28-A7CE-4150-93B8-D7486818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0BE36-03E4-4661-A9BE-E175ACCF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EFEC4-1FC6-4D97-9D93-523C05C1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239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Postman checks registration, login, ticket CRUD, search, status, dashboard, and user deletion APIs.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D085E-A245-44E8-B165-F3F168A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B683EB-D386-4BB3-BDB9-B26F446C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47925"/>
            <a:ext cx="10239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Frontend production build confirms React components and routes compile successfully.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FDF8C-3EEB-4380-8390-0227376F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8487F2-61C3-4E9D-A1FD-D6072725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28975"/>
            <a:ext cx="10239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Spring context test confirms dependency injection, Hibernate, MySQL, controllers, and services start together.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A006A-C884-479C-BB43-D9236B00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CF6B76-49BE-48C6-9B5E-639FA0AF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10025"/>
            <a:ext cx="10239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Manual role testing verifies admin-only edits/deletes and user-only self-assignment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7666F-DCBF-4895-960F-4D9B3B18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CD95C7-8B73-4262-B65F-5E66B2B1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91075"/>
            <a:ext cx="10239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Real Gmail delivery verifies the assignment-notification integration.</a:t>
            </a:r>
          </a:p>
        </p:txBody>
      </p:sp>
    </p:spTree>
    <p:extLst>
      <p:ext uri="{BB962C8B-B14F-4D97-AF65-F5344CB8AC3E}">
        <p14:creationId xmlns:p14="http://schemas.microsoft.com/office/powerpoint/2010/main" val="8940293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E49D26-7B35-4345-88BB-1EE5CFB4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project is complete for demo; production hardening is the 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2CF07-CDBF-49A1-91AE-F960F18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5FD34-D8ED-4A3C-BD25-668FA5D8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5334000" cy="361950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B5049-2ABF-4E3E-8712-27046211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38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A34A"/>
                </a:solidFill>
                <a:latin typeface="Arial"/>
                <a:ea typeface="Arial"/>
                <a:cs typeface="Arial"/>
              </a:rPr>
              <a:t>Ready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CF2FF-A60A-4F64-9DE4-7E2D65D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19325"/>
            <a:ext cx="495300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All required workflows are implemented.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The UI and REST API are integrated.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Email and dashboard features work.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Admin/User behavior is enforced in services.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The project builds and tests successfully.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3A329-28F6-4487-98F8-F91C5F5F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66875"/>
            <a:ext cx="5715000" cy="361950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8ACA6-A0FB-4EEB-A34E-5D383378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383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97706"/>
                </a:solidFill>
                <a:latin typeface="Arial"/>
                <a:ea typeface="Arial"/>
                <a:cs typeface="Arial"/>
              </a:rPr>
              <a:t>Recommended future improvements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D2CEA-B40E-4D57-BF5B-42E6DE13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19325"/>
            <a:ext cx="533400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Replace X-User-Id with Spring Security + JWT.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Hash passwords with BCrypt.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Prevent public ADMIN registration.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Move secrets to environment variables.</a:t>
            </a:r>
          </a:p>
          <a:p xmlns:a="http://schemas.openxmlformats.org/drawingml/2006/main">
            <a:pPr algn="l">
              <a:defRPr sz="1275" b="0">
                <a:solidFill>
                  <a:srgbClr val="0B1F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F3A"/>
                </a:solidFill>
                <a:latin typeface="Arial"/>
                <a:ea typeface="Arial"/>
                <a:cs typeface="Arial"/>
              </a:rPr>
              <a:t>Add validation, DTOs, exception handlers, migrations, and broader automated tests.</a:t>
            </a:r>
          </a:p>
        </p:txBody>
      </p:sp>
    </p:spTree>
    <p:extLst>
      <p:ext uri="{BB962C8B-B14F-4D97-AF65-F5344CB8AC3E}">
        <p14:creationId xmlns:p14="http://schemas.microsoft.com/office/powerpoint/2010/main" val="40016150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033D7-904B-47DE-9911-572936F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MINI TASK MANAGEMENT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9512A-B7E8-41A4-AA8F-C8957156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9906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Simple enough to finish.</a:t>
            </a:r>
          </a:p>
          <a:p xmlns:a="http://schemas.openxmlformats.org/drawingml/2006/main">
            <a:pPr algn="l">
              <a:defRPr sz="46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Complete enough to demonstrate.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9024C-69C2-4A3D-AD56-C9C13DCD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F8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F6F86"/>
                </a:solidFill>
                <a:latin typeface="Arial"/>
                <a:ea typeface="Arial"/>
                <a:cs typeface="Arial"/>
              </a:rPr>
              <a:t>React + Spring Boot + Hibernate + MySQL + Gmail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F0906-C90E-4D14-BAB1-31DD26B5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762500"/>
            <a:ext cx="157162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FA1E1-8E3A-4A43-B454-8CE0BF63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048250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1227505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2026-07-23T02:08:47.5590000Z</dcterms:created>
  <dcterms:modified xsi:type="dcterms:W3CDTF">2026-07-23T02:08:47.5590000Z</dcterms:modified>
</coreProperties>
</file>